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F8632-C3E1-E752-D028-E642E933C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9C665-558F-293C-54A4-ECD7E07BC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2F8C6-1B87-C3DE-4980-DD466135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1F790-AC65-F4E3-61D6-F8D63031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C643C-B931-A2C1-3B3D-3E67C4D4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24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164A-F7F1-FBC2-2715-A5F5F513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251AF-61DA-24A0-84EA-CB0F36146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12D9A-766C-8E63-079A-D47A2E5B1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ABF9A-2C55-49D1-B960-EFC6402F2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6EDAA-D0A0-4FB6-1EA0-8519C87F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86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86E6A-C762-A738-C7C3-EC6BE7290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05B27-EF6D-08AD-38F3-E06E42BDD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24C12-B7AB-8F21-8A14-EC64F433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F7333-1C8E-419F-300D-90DDD57D5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82FD4-5C4A-2955-4235-FC562E7E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60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837F-693B-FF76-D904-FFBC6774E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3D79B-7167-8EA2-D9B2-F0BBE8F3C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F2BD6-E3D4-3839-A3EC-587DB3E8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6FB43-72ED-E08C-711A-8538B33AC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327BE-2CFC-F1DD-8C34-01647EF1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13EA4-6258-4F99-0F6B-58FBED4D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6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CAA7-9092-E8C0-93FB-C3CA9363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11190-DC82-BD77-03AC-C9932A8A9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95F28-EBF6-6884-AF61-680A6DF34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2F9AF-0927-518A-DC36-83C0F2A5C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CA5536-6D51-1458-0909-687795A77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62D82-BC68-407F-35DA-02FB3183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8E02D-4C9A-C665-0474-CDEABC1B5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3A9C2-965B-7DCE-8D25-4129A316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1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F66D-4A8D-59E4-70B6-77A166F6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CBB7F-D317-76ED-C91A-E77C0B4E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CF7758-B135-86D6-9A0D-8B97C314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BB00-4F7A-3E0D-02F0-AAC89353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05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40730-42D4-B60B-32D7-0EFC77D0A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53B72-3337-AF75-569C-42CAE2FC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41FB2-ACC2-7462-17B8-16F54D4C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9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AD6D-A724-549F-33DB-DDD3F432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705BF-8F36-42EC-4BF5-2D96354AE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0F809-C8E6-07D1-5FF0-EF8138529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97BBC-E2E8-E304-C29E-4658CFAE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B4223-1A5E-0193-F808-990FC036B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865D9-EA11-F0D0-9DA1-548A90EF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8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2E3ED-A03D-2F7B-4D2B-48BCDE744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D7F817-0461-7E56-CDE6-E7A74F127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DC721-A823-670F-A4F0-21B7526E6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EAE22-6BC3-A678-7668-44AF9A3F3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BE7F5-3985-86FA-5088-10D31359B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D1321-1DD8-D7B7-3D8A-A28192C9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EF89-91CC-38A8-2EDF-0410237A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C5B75-79C5-EE23-0FE3-518F59D1F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C4DFC-2086-109B-EDAF-AB7EC4D14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07B81-8362-B021-13D8-ECA6FB61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31EE4-304F-8A1B-4AE1-FE9CD8FC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77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907B5A-1583-6EB7-149B-A2B640A8F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0C49A-F83C-68A2-45A5-1FFAA7D1D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F0843-4110-D515-4B48-CC262827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C2F8E-FAF0-D802-3E3D-970B6C910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3193-2249-1280-B6A3-15B5F35F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85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51E5CD-9EF1-85B0-0990-2213DDEB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FB8F1-E4D7-27B0-C6E2-DAE535776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8627F-E290-6117-DA6F-B7E867313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493FE-CEB4-4189-96F9-3F999E2E6AF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342F8-85A9-B1C7-6776-57647DCC4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23151-D696-5F84-6090-E67AA2387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0F436-01C2-44C9-BC74-686FA922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42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D97D-FD39-73DF-64F4-19ED8346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/>
              <a:t>ĐẠI HỌC KIẾN TRÚC ĐÀ NẴNG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BDFFE-D7B6-798F-71D9-36310302E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0" lvl="4" indent="0">
              <a:buNone/>
            </a:pPr>
            <a:r>
              <a:rPr lang="en-US" dirty="0"/>
              <a:t>TÊN ĐỀ TÀI :BÁO CÁO NHẬN THỨC –YÊU CẦU NHẬN THỨC </a:t>
            </a:r>
          </a:p>
          <a:p>
            <a:pPr marL="1828800" lvl="4" indent="0">
              <a:buNone/>
            </a:pPr>
            <a:endParaRPr lang="en-US" dirty="0"/>
          </a:p>
          <a:p>
            <a:pPr marL="1828800" lvl="4" indent="0">
              <a:buNone/>
            </a:pPr>
            <a:r>
              <a:rPr lang="en-US" sz="1400" dirty="0" err="1"/>
              <a:t>Học</a:t>
            </a:r>
            <a:r>
              <a:rPr lang="en-US" sz="1400" dirty="0"/>
              <a:t> </a:t>
            </a:r>
            <a:r>
              <a:rPr lang="en-US" sz="1400" dirty="0" err="1"/>
              <a:t>phần</a:t>
            </a:r>
            <a:r>
              <a:rPr lang="en-US" sz="1400" dirty="0"/>
              <a:t> : </a:t>
            </a:r>
            <a:r>
              <a:rPr lang="en-US" sz="1400" dirty="0" err="1"/>
              <a:t>Công</a:t>
            </a:r>
            <a:r>
              <a:rPr lang="en-US" sz="1400" dirty="0"/>
              <a:t> </a:t>
            </a:r>
            <a:r>
              <a:rPr lang="en-US" sz="1400" dirty="0" err="1"/>
              <a:t>nghệ</a:t>
            </a:r>
            <a:r>
              <a:rPr lang="en-US" sz="1400" dirty="0"/>
              <a:t> </a:t>
            </a:r>
            <a:r>
              <a:rPr lang="en-US" sz="1400" dirty="0" err="1"/>
              <a:t>phần</a:t>
            </a:r>
            <a:r>
              <a:rPr lang="en-US" sz="1400" dirty="0"/>
              <a:t> </a:t>
            </a:r>
            <a:r>
              <a:rPr lang="en-US" sz="1400" dirty="0" err="1"/>
              <a:t>mềm</a:t>
            </a: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r>
              <a:rPr lang="en-US" sz="1400" dirty="0" err="1"/>
              <a:t>Thông</a:t>
            </a:r>
            <a:r>
              <a:rPr lang="en-US" sz="1400" dirty="0"/>
              <a:t> tin </a:t>
            </a:r>
            <a:r>
              <a:rPr lang="en-US" sz="1400" dirty="0" err="1"/>
              <a:t>sinh</a:t>
            </a:r>
            <a:r>
              <a:rPr lang="en-US" sz="1400" dirty="0"/>
              <a:t> </a:t>
            </a:r>
            <a:r>
              <a:rPr lang="en-US" sz="1400" dirty="0" err="1"/>
              <a:t>viên</a:t>
            </a:r>
            <a:r>
              <a:rPr lang="en-US" sz="1400" dirty="0"/>
              <a:t>: NGÔ THI THỌ,24CT2</a:t>
            </a:r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  <a:p>
            <a:pPr marL="1828800" lvl="4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32100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3CD6-4404-BD4D-DAF1-90447828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1600" dirty="0"/>
            </a:b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2B6F-B46B-154F-50BB-62829B02F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vi-VN" b="0" i="0" dirty="0">
                <a:solidFill>
                  <a:srgbClr val="081B3A"/>
                </a:solidFill>
                <a:effectLst/>
                <a:latin typeface="SegoeuiPc"/>
              </a:rPr>
              <a:t>Ưu điểm và Nhược điểm </a:t>
            </a:r>
            <a:r>
              <a:rPr lang="en-US" b="0" i="0" dirty="0">
                <a:solidFill>
                  <a:srgbClr val="081B3A"/>
                </a:solidFill>
                <a:effectLst/>
                <a:latin typeface="SegoeuiPc"/>
              </a:rPr>
              <a:t>:</a:t>
            </a:r>
          </a:p>
          <a:p>
            <a:r>
              <a:rPr lang="vi-VN" b="0" i="0" dirty="0">
                <a:solidFill>
                  <a:srgbClr val="081B3A"/>
                </a:solidFill>
                <a:effectLst/>
                <a:latin typeface="SegoeuiPc"/>
              </a:rPr>
              <a:t>Ưu điểm:</a:t>
            </a:r>
            <a:endParaRPr lang="en-US" b="0" i="0" dirty="0">
              <a:solidFill>
                <a:srgbClr val="081B3A"/>
              </a:solidFill>
              <a:effectLst/>
              <a:latin typeface="SegoeuiPc"/>
            </a:endParaRPr>
          </a:p>
          <a:p>
            <a:r>
              <a:rPr lang="vi-VN" b="0" i="0" dirty="0">
                <a:solidFill>
                  <a:srgbClr val="081B3A"/>
                </a:solidFill>
                <a:effectLst/>
                <a:latin typeface="SegoeuiPc"/>
              </a:rPr>
              <a:t> Tốc độ xử lý cao: Hiệu năng tương đương với NodeJS và Go nhờ sử dụng Starlette và Pydantic.</a:t>
            </a:r>
            <a:endParaRPr lang="en-US" b="0" i="0" dirty="0">
              <a:solidFill>
                <a:srgbClr val="081B3A"/>
              </a:solidFill>
              <a:effectLst/>
              <a:latin typeface="SegoeuiPc"/>
            </a:endParaRPr>
          </a:p>
          <a:p>
            <a:r>
              <a:rPr lang="vi-VN" b="0" i="0" dirty="0">
                <a:solidFill>
                  <a:srgbClr val="081B3A"/>
                </a:solidFill>
                <a:effectLst/>
                <a:latin typeface="SegoeuiPc"/>
              </a:rPr>
              <a:t> Tự động tạo tài liệu API: Tự động sinh giao diện tài liệu chuẩn Swagger UI (/docs) và ReDoc (/redoc) giúp kiểm thử API dễ dàng.</a:t>
            </a:r>
            <a:endParaRPr lang="en-US" b="0" i="0" dirty="0">
              <a:solidFill>
                <a:srgbClr val="081B3A"/>
              </a:solidFill>
              <a:effectLst/>
              <a:latin typeface="SegoeuiPc"/>
            </a:endParaRPr>
          </a:p>
          <a:p>
            <a:r>
              <a:rPr lang="vi-VN" b="0" i="0" dirty="0">
                <a:solidFill>
                  <a:srgbClr val="081B3A"/>
                </a:solidFill>
                <a:effectLst/>
                <a:latin typeface="SegoeuiPc"/>
              </a:rPr>
              <a:t> Giảm thiểu lỗi: Hỗ trợ kiểm tra kiểu dữ liệu (Type Validation) tự động, giúp giảm đến 40% lỗi do lập trình viên tạo ra.</a:t>
            </a:r>
            <a:endParaRPr lang="en-US" b="0" i="0" dirty="0">
              <a:solidFill>
                <a:srgbClr val="081B3A"/>
              </a:solidFill>
              <a:effectLst/>
              <a:latin typeface="SegoeuiPc"/>
            </a:endParaRPr>
          </a:p>
          <a:p>
            <a:r>
              <a:rPr lang="vi-VN" b="0" i="0" dirty="0">
                <a:solidFill>
                  <a:srgbClr val="081B3A"/>
                </a:solidFill>
                <a:effectLst/>
                <a:latin typeface="SegoeuiPc"/>
              </a:rPr>
              <a:t> Dễ học và viết code nhanh: Cú pháp đơn giản, chuẩn Python, tiết kiệm thời gian phát triển.</a:t>
            </a:r>
            <a:endParaRPr lang="en-US" b="0" i="0" dirty="0">
              <a:solidFill>
                <a:srgbClr val="081B3A"/>
              </a:solidFill>
              <a:effectLst/>
              <a:latin typeface="SegoeuiPc"/>
            </a:endParaRPr>
          </a:p>
          <a:p>
            <a:r>
              <a:rPr lang="vi-VN" b="0" i="0" dirty="0">
                <a:solidFill>
                  <a:srgbClr val="081B3A"/>
                </a:solidFill>
                <a:effectLst/>
                <a:latin typeface="SegoeuiPc"/>
              </a:rPr>
              <a:t> Nhược điểm: </a:t>
            </a:r>
            <a:endParaRPr lang="en-US" b="0" i="0" dirty="0">
              <a:solidFill>
                <a:srgbClr val="081B3A"/>
              </a:solidFill>
              <a:effectLst/>
              <a:latin typeface="SegoeuiPc"/>
            </a:endParaRPr>
          </a:p>
          <a:p>
            <a:r>
              <a:rPr lang="vi-VN" b="0" i="0" dirty="0">
                <a:solidFill>
                  <a:srgbClr val="081B3A"/>
                </a:solidFill>
                <a:effectLst/>
                <a:latin typeface="SegoeuiPc"/>
              </a:rPr>
              <a:t>Hệ sinh thái còn trẻ: Mới hơn so với Django hay Flask nên số lượng thư viện mở rộng từ bên thứ ba chưa phong phú bằng. </a:t>
            </a:r>
            <a:endParaRPr lang="en-US" b="0" i="0" dirty="0">
              <a:solidFill>
                <a:srgbClr val="081B3A"/>
              </a:solidFill>
              <a:effectLst/>
              <a:latin typeface="SegoeuiPc"/>
            </a:endParaRPr>
          </a:p>
          <a:p>
            <a:r>
              <a:rPr lang="vi-VN" b="0" i="0" dirty="0">
                <a:solidFill>
                  <a:srgbClr val="081B3A"/>
                </a:solidFill>
                <a:effectLst/>
                <a:latin typeface="SegoeuiPc"/>
              </a:rPr>
              <a:t>Tự quản lý nhiều cấu phần: Không tích hợp sẵn ORM (như Django ORM) hay hệ thống Admin sẵn có, lập trình viên phải tự chọn và kết nối thư viện.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51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8E630-9403-D9AD-601C-4D440117F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>
                <a:effectLst/>
              </a:rPr>
              <a:t>Quá trình cài đặt công cụ </a:t>
            </a:r>
            <a:endParaRPr lang="en-US" dirty="0">
              <a:effectLst/>
            </a:endParaRPr>
          </a:p>
          <a:p>
            <a:r>
              <a:rPr lang="vi-VN" dirty="0">
                <a:effectLst/>
              </a:rPr>
              <a:t>Môi trường: Môi trường Python 3.10+ &amp; Trình soạn thảo Visual Studio Code.</a:t>
            </a:r>
            <a:endParaRPr lang="en-US" dirty="0">
              <a:effectLst/>
            </a:endParaRPr>
          </a:p>
          <a:p>
            <a:r>
              <a:rPr lang="vi-VN" dirty="0">
                <a:effectLst/>
              </a:rPr>
              <a:t> Tạo project: Tạo project bằng lệnh FastAPI và môi trường ảo (.venv) trên Command Prompt của Windows.</a:t>
            </a:r>
          </a:p>
          <a:p>
            <a:pPr marL="0" indent="0">
              <a:buNone/>
            </a:pPr>
            <a:endParaRPr lang="vi-VN" b="0" dirty="0">
              <a:effectLst/>
            </a:endParaRPr>
          </a:p>
          <a:p>
            <a:pPr marL="0" indent="0">
              <a:buNone/>
            </a:pPr>
            <a:br>
              <a:rPr lang="vi-VN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21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3F26B-1EF2-1D09-B669-AF03E26B1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https://github.com/ngothitho2021-byte/24CT2-NG-TH-TH-</a:t>
            </a:r>
          </a:p>
        </p:txBody>
      </p:sp>
    </p:spTree>
    <p:extLst>
      <p:ext uri="{BB962C8B-B14F-4D97-AF65-F5344CB8AC3E}">
        <p14:creationId xmlns:p14="http://schemas.microsoft.com/office/powerpoint/2010/main" val="1481298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279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SegoeuiPc</vt:lpstr>
      <vt:lpstr>Office Theme</vt:lpstr>
      <vt:lpstr>ĐẠI HỌC KIẾN TRÚC ĐÀ NẴNG</vt:lpstr>
      <vt:lpstr>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KIẾN TRÚC ĐÀ NẴNG</dc:title>
  <dc:creator>Thọ Ngô</dc:creator>
  <cp:lastModifiedBy>Thọ Ngô</cp:lastModifiedBy>
  <cp:revision>1</cp:revision>
  <dcterms:created xsi:type="dcterms:W3CDTF">2026-08-21T04:03:11Z</dcterms:created>
  <dcterms:modified xsi:type="dcterms:W3CDTF">2026-08-21T04:45:47Z</dcterms:modified>
</cp:coreProperties>
</file>